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burst immunity — that is the primary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 the need — existing ECC is designed for one model. BCH assumes BSC (random). RS is symbol-based (burst). Neither is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Key: BCH's independence assumption is violated by burst. Each block decodes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cliff at t=13 is sharp — this is a hard mathematical boundary, not gradual degradation.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Feistel permutation is the mechanism. Without it, burst errors cluster in one row/column and overwhelm that node.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central empirical result. The overlap is exact — not approximate.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 is symbol-based: cheap for burst (contiguous bits hit few symbols) but expensive for random (39% symbol error rate at 6% 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BCH is flat because it tiles at the natural 256-bit codeword. RS starts high because small data underfills the larger 2040-bit natural codeword.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three operating points. The 32-bit config is the comparison point for RS and BCH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Emphasize: BCH and RS each solve half the problem. We solve both halves with one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here. Backup slides available if asked about false-positive probability, solver complexity, or multi-burst patterns.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377440"/>
          </a:xfrm>
          <a:prstGeom prst="rect">
            <a:avLst/>
          </a:prstGeom>
          <a:solidFill>
            <a:srgbClr val="10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Approximate ECC via
Feistel-Permuted CRC Hashing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CCEE"/>
                </a:solidFill>
              </a:rPr>
              <a:t>Burst resilience and overhead scaling for AI accelerator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657600"/>
            <a:ext cx="2130552" cy="45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</a:rPr>
              <a:t>Research Presentation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Motivation: Two Kinds of DRAM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AI accelerators store model weights in HBM/DRAM — soft errors corrupt inference silently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▸  Modern AI accelerators (A100, H100, TPU) keep billions of weight parameters in DRAM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▸  Soft errors occur at rates of 10⁻⁶–10⁻³ per bit per hour — high enough to matter at scale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444444"/>
                </a:solidFill>
              </a:rPr>
              <a:t>▸  Two physically distinct failure modes require different protection: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521208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3291840"/>
            <a:ext cx="521208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4670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Random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Cosmic rays / alpha particles
Isolated, uniformly scattered 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80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0 1 0 1 1 0 0 1 0 0 1 0
0 0 1 0 0 1 0 0 0 1 0 0
1 0 0 0 1 0 0 1 0 0 0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3291840"/>
            <a:ext cx="521208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3291840"/>
            <a:ext cx="52120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334670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Burst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7947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Row-hammer / retention failures
Contiguous run of corrupted bits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4526280"/>
            <a:ext cx="48463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0 1 0 1 1 0 0 1 0 0 1 0
0 0 ■ ■ ■ ■ ■ ■ 0 1 0 0
1 0 0 0 1 0 0 1 0 0 0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309360"/>
            <a:ext cx="11430000" cy="4114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3367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D5A00"/>
                </a:solidFill>
              </a:rPr>
              <a:t>No single existing code handles both cheaply — you must choose one or deploy two separate systems.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BCH Fails on Burst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BCH is designed for the Binary Symmetric Channel — independent random errors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4984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9928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09928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9928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04872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04872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99816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9816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9816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9476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9704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9704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9704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4648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4648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4648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79592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9592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9592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4536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4536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4536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8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4424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64424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64424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59368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59368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59368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54312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54312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49256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49256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49256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744200" y="1920240"/>
            <a:ext cx="658368" cy="8229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44200" y="1965960"/>
            <a:ext cx="658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E86C1"/>
                </a:solidFill>
              </a:rPr>
              <a:t>B15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44200" y="224942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256 bits
t=19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0040" y="160020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4096-bit data block  (16 × 256-bit BCH sub-blocks, each correcting t = 19 random bits)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04872" y="1417320"/>
            <a:ext cx="2157984" cy="365760"/>
          </a:xfrm>
          <a:prstGeom prst="rect">
            <a:avLst/>
          </a:prstGeom>
          <a:solidFill>
            <a:srgbClr val="FFCCCC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04872" y="1408176"/>
            <a:ext cx="21579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</a:rPr>
              <a:t>20-bit burst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56432" y="1792224"/>
            <a:ext cx="54864" cy="12801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404872" y="1920240"/>
            <a:ext cx="1024128" cy="822960"/>
          </a:xfrm>
          <a:prstGeom prst="rect">
            <a:avLst/>
          </a:prstGeom>
          <a:solidFill>
            <a:srgbClr val="FFE5E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423160" y="1965960"/>
            <a:ext cx="987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</a:rPr>
              <a:t>✗ FAIL
&gt;19 bits
in block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2926080"/>
            <a:ext cx="11521440" cy="5486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310896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A 20-bit burst hits B3–B4, putting 20 errors into block B3 alone  (t = 19 → uncorrectable)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BCH has no way to redistribute the burst — each block decodes independently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BCH corrects t random bits per block; burst errors concentrate in one block and exceed t immediately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444444"/>
                </a:solidFill>
              </a:rPr>
              <a:t>▸  Interleaving can help — but requires reordering all data before write and after read (latency cost)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BCH Burst Failure — Empirical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BCH(256-bit blocks, t=13) vs our scheme — success rate vs contiguous burst length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ch_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BCH collapses the moment burst length exceeds t per block. Our scheme stays at 100% success across all burst lengths tested.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Our Approach: Feistel-Permuted CRC Hash 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A single scheme that handles both error types via uniform bit redistribution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17957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①  Feistel Permutation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Map source bits onto an N×N grid
via a keyed Feistel shuffle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194560"/>
            <a:ext cx="54864" cy="1645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359152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359152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3957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②  CRC Hash Nodes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70632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Compute CRC-8/16/32 over each
row and column group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3410712"/>
            <a:ext cx="54864" cy="1645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575304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575304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1188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③  Hash DAG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986784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Build constraint graph: edges
between overlapping nodes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626864"/>
            <a:ext cx="54864" cy="1645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791456"/>
            <a:ext cx="5486400" cy="1051560"/>
          </a:xfrm>
          <a:prstGeom prst="rect">
            <a:avLst/>
          </a:prstGeom>
          <a:solidFill>
            <a:srgbClr val="EA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791456"/>
            <a:ext cx="54864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482803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④  DAG-Guided Solver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202936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4444"/>
                </a:solidFill>
              </a:rPr>
              <a:t>Enumerate flip combinations
until all hashes agree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143000"/>
            <a:ext cx="5440680" cy="5349240"/>
          </a:xfrm>
          <a:prstGeom prst="rect">
            <a:avLst/>
          </a:prstGeom>
          <a:solidFill>
            <a:srgbClr val="F0FFF0"/>
          </a:solidFill>
          <a:ln w="12700">
            <a:solidFill>
              <a:srgbClr val="1E8B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143000"/>
            <a:ext cx="5440680" cy="438912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17957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Key Insight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1691640"/>
            <a:ext cx="5074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</a:rPr>
              <a:t>The Feistel permutation scatters contiguous burst bits uniformly across the 2D grid.
From the solver's perspective, burst errors are indistinguishable from random errors.
This means one scheme — one overhead budget — corrects both error patterns.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120640"/>
            <a:ext cx="5440680" cy="1371600"/>
          </a:xfrm>
          <a:prstGeom prst="rect">
            <a:avLst/>
          </a:prstGeom>
          <a:solidFill>
            <a:srgbClr val="E8F4FF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1663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E4A"/>
                </a:solidFill>
              </a:rPr>
              <a:t>Overhead = 2 × HASH_BITS / √L
BER-independent — set once at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Empirical Proof: Burst Errors = Random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4096-bit block, CRC-32, 100% overhead — success rate and solver effort vs injected flip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burst_resil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Both curves overlap exactly across all flip counts. The Feistel permutation eliminates any distinction between burst and random for our solver.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Reed-Solomon Comparison: Burst vs Random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RS over GF(2⁸), 255-byte codewords — empirical success rate at two overhead levels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s_empir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RS at 38% overhead handles burst but collapses on random. At 125% overhead RS handles both — but costs more than our 100% overhead scheme.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Overhead vs Block Size — All Schemes, All BER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Left: RS vs Ours  ·  Right: BCH vs Ours  ·  Each BER level shown (lighter = lower BER)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overhead_z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Our O(1/√L) overhead beats RS (for equal correction) above ~7K bits, and BCH above ~15K bits. Crossover shifts left at higher 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Correction Capability vs Flip 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4096-bit block — success rate, solve time, and hash checks for CRC-8/16/32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795760" cy="5303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10528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44444"/>
                </a:solidFill>
              </a:rPr>
              <a:t>CRC-32 (100% overhead) corrects 200+ bit flips at 100% success. CRC-16 (50%) handles ~100 flips. CRC-8 (25%) handles ~60 flips.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94944"/>
            <a:ext cx="11521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CCEE"/>
                </a:solidFill>
              </a:rPr>
              <a:t>Single scheme that handles both error types with sub-linear overhead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3444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Scheme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Burst errors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Random errors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Overhead at 6% BER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Scales O(1/√L)</a:t>
                      </a:r>
                    </a:p>
                  </a:txBody>
                  <a:tcPr>
                    <a:solidFill>
                      <a:srgbClr val="1A2E4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BCH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✗  Fails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✓  53% overhead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53%  (flat)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444444"/>
                          </a:solidFill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✓  38% overhead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✓  125% overhead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38–125%  (flat)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444444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444444"/>
                          </a:solidFill>
                        </a:rPr>
                        <a:t>Ours ✦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✓  100% overhead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✓  100% overhead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100% → shrinks with L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4444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E8F4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4048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BCH is cheaper for random at small blocks — but completely blind to burst errors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RS handles burst cheaply — but random errors cost 3× more due to symbol granularity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Our scheme pays the same overhead for both, and that overhead shrinks as L grows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</a:rPr>
              <a:t>▸  Above ~7K bits: our scheme is cheaper than RS for equal correction.  Above ~15K bits: cheaper than BCH.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88952" cy="457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47120" cy="1600200"/>
          </a:xfrm>
          <a:prstGeom prst="rect">
            <a:avLst/>
          </a:prstGeom>
          <a:solidFill>
            <a:srgbClr val="0F1D33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6032" cy="1600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612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CCEE"/>
                </a:solidFill>
              </a:rPr>
              <a:t>  Feistel equalization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1848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The Feistel permutation distributes burst bits uniformly — empirically confirmed. Burst and random errors are identical for our solver.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11247120" cy="1600200"/>
          </a:xfrm>
          <a:prstGeom prst="rect">
            <a:avLst/>
          </a:prstGeom>
          <a:solidFill>
            <a:srgbClr val="0F1D33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256032" cy="1600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4436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CCEE"/>
                </a:solidFill>
              </a:rPr>
              <a:t>  O(1/√L) overhead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Overhead formula: 2·HASH_BITS / √L. BER-independent. Beats RS above ~7K bits, BCH above ~15K bits — and keeps shrinking.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17720"/>
            <a:ext cx="11247120" cy="1600200"/>
          </a:xfrm>
          <a:prstGeom prst="rect">
            <a:avLst/>
          </a:prstGeom>
          <a:solidFill>
            <a:srgbClr val="0F1D33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617720"/>
            <a:ext cx="256032" cy="1600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CCEE"/>
                </a:solidFill>
              </a:rPr>
              <a:t>  Single unified scheme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4648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One deployment replaces two separate ECC systems. No interleaving, no field switching, no mode selection.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88888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