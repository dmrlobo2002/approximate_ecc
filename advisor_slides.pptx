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burst immunity — that is the primary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Sets up the empirical proof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nothing. Let the cliff speak.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BCH wins on overhead — state this directly. Then pivot to burst tolerance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CRC-32 is the safe operating mode. CRC-8 fast solve time is SDC — explained on the safety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payoff for slide 2. Curves overlapping is the entire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theoretical contribution. Functional form is from the architecture; thresholds are empirical.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CRC-8 number without softening. You found it — that's intellectual credit.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closing argument. Read the bottom paragraph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Approximate ECC via
Feistel-Permuted CRC Hashing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803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CEE"/>
                </a:solidFill>
              </a:rPr>
              <a:t>Burst resilience, overhead scaling, and failure mode characterization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611880"/>
            <a:ext cx="213055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88888"/>
                </a:solidFill>
              </a:rPr>
              <a:t>Research Presentation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BCH Fails on Burst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EE"/>
                </a:solidFill>
              </a:rPr>
              <a:t>BCH is designed for the BSC (random error model) — burst channels violate this assumption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5349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394960" cy="40233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957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BCH is deployed in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Applied to small blocks: typically 256 bits per codeword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t = expected errors per block = round(BER × 256)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  e.g. t=13 at 5% BER → 45.7% overhead per block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Tiled across larger data: 16 × BCH(256) for 4096-bit page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Each block independently decodes — no cross-block awareness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Assumes random, independent errors per block (BSC model)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143000"/>
            <a:ext cx="5897880" cy="5349240"/>
          </a:xfrm>
          <a:prstGeom prst="rect">
            <a:avLst/>
          </a:prstGeom>
          <a:solidFill>
            <a:srgbClr val="FCF0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143000"/>
            <a:ext cx="5897880" cy="4023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17957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The burst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64208"/>
            <a:ext cx="5623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Flash, DRAM, fiber produce burst errors — not random flips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A burst of b bits may land entirely in one 256-bit block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If b &gt; t: that block fails completely — even if all other blocks are clean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At 5% BER with t=13: any burst &gt; 13 bits in one block = failure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13 bits is a tiny burst — real channels produce bursts of 100s of bits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44444"/>
                </a:solidFill>
              </a:rPr>
              <a:t>▸  BCH has no mechanism to handle this: it was designed for random channels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BCH Burst Failure vs Our Scheme  —  Empirical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EE"/>
                </a:solidFill>
              </a:rPr>
              <a:t>BCH (16×256-bit blocks, t=13, 45.7% OH) vs CRC-32 (100% OH)  ·  5% BER operating point  ·  30 trials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bch_bu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04672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49640" y="1143000"/>
            <a:ext cx="3429000" cy="530352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143000"/>
            <a:ext cx="3429000" cy="40233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179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664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BCH (red):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9659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100% success for burst ≤ 13 bits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Hard cliff at burst = 14+ bits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45.7% overhead buys only
13-bit burst tolerance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493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Our scheme (blue):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7947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100% success through burst = 245 bits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No cliff anywhere in tested range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Feistel permutation scatters any burst uniformly — solver sees random errors regardless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5650992"/>
            <a:ext cx="3429000" cy="713232"/>
          </a:xfrm>
          <a:prstGeom prst="rect">
            <a:avLst/>
          </a:prstGeom>
          <a:solidFill>
            <a:srgbClr val="E8F4E8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570585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B4C"/>
                </a:solidFill>
              </a:rPr>
              <a:t>BCH fails at 14 bits.
Ours handles 245 bits.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Overhead: BCH vs Our Scheme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EE"/>
                </a:solidFill>
              </a:rPr>
              <a:t>t = round(BER × 256)  ·  16 × BCH(256-bit blocks) vs CRC-32 on 4096-bit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6858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BER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BCH t</a:t>
                      </a:r>
                    </a:p>
                    <a:p>
                      <a:r>
                        <a:t>(expected errors)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BCH overhead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Our CRC-32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BCH burst</a:t>
                      </a:r>
                    </a:p>
                    <a:p>
                      <a:r>
                        <a:t>tolerance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44444"/>
                          </a:solidFill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t=3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3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44444"/>
                          </a:solidFill>
                        </a:rPr>
                        <a:t>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t=5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5 bits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44444"/>
                          </a:solidFill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t=8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28.1%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8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44444"/>
                          </a:solidFill>
                        </a:rPr>
                        <a:t>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t=10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35.2%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10 bits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44444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t=13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45.7%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13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44444"/>
                          </a:solidFill>
                        </a:rPr>
                        <a:t>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t=15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52.7%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44444"/>
                          </a:solidFill>
                        </a:rPr>
                        <a:t>15 bits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800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B4C"/>
                </a:solidFill>
              </a:rPr>
              <a:t>Our burst tolerance: 200+ bits at every BER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23036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BCH wins on overhead — but only works for random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143000"/>
            <a:ext cx="4572000" cy="5349240"/>
          </a:xfrm>
          <a:prstGeom prst="rect">
            <a:avLst/>
          </a:prstGeom>
          <a:solidFill>
            <a:srgbClr val="F0F4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143000"/>
            <a:ext cx="4572000" cy="4023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179576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we are still positioned better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664208"/>
            <a:ext cx="4343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BCH t is the expected error count — but channels produce bursts, not uniform random errors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A 14-bit burst at 5% BER lands in ONE 256-bit block and immediately exceeds t=13 → hard failure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BCH requires adding an interleaving layer for burst protection — extra complexity and latency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Our Feistel permutation handles bursts natively: scatters any burst across 4096 bits, solver always sees ~uniform distribution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Decode cost: CRC checks are 10–30× cheaper than BCH Galois Field operations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No per-block failure mode: a burst that crosses block boundaries in BCH can fail multiple blocks simultaneously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Our Scheme Corrects  —  4096-bit block, 30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EE"/>
                </a:solidFill>
              </a:rPr>
              <a:t>CRC-8 / CRC-16 / CRC-32 — success rate, solve time, and hash comparisons vs flip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04672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0" y="1188720"/>
            <a:ext cx="91440" cy="1463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CRC-32 (100% OH)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5544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100% success through 266 flips
(~6.5% BER) — full tested range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926080"/>
            <a:ext cx="91440" cy="1463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926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C1"/>
                </a:solidFill>
              </a:rPr>
              <a:t>CRC-16 (50% OH)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2918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100% through 100 flips;
graceful degradation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663440"/>
            <a:ext cx="9144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CRC-8 (25% OH)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029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Cliff at 40 flips.
Fast 'solve' is SDC not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Scheme: Burst = Random  —  CRC-32, 4096-bit, 30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EE"/>
                </a:solidFill>
              </a:rPr>
              <a:t>Feistel permutation makes burst errors indistinguishable from random errors for the solver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burst_resil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32104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915400" y="1188720"/>
            <a:ext cx="3063240" cy="5120640"/>
          </a:xfrm>
          <a:prstGeom prst="rect">
            <a:avLst/>
          </a:prstGeom>
          <a:solidFill>
            <a:srgbClr val="E8F8EE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15400" y="1188720"/>
            <a:ext cx="3063240" cy="40233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22529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69164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Random and burst success curves overlap perfectly at all flip counts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Solver search effort also nearly identical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At 200 flips (~4.9% BER): 100% for both random AND burst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BCH would fail on burst &gt; 13 bits here (slide 3)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Burst immunity is free — a byproduct of the permutation, not an add-on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When Does the Solver Succeed?  —  The Flips-per-Node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EE"/>
                </a:solidFill>
              </a:rPr>
              <a:t>A single variable predicts success across all block sizes, hash widths, and BER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Flips per row-node  =  flip count ÷ √L
(√L = number of row-groups in the grid = average solver load per DAG node)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920240"/>
          <a:ext cx="51206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Hash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Safe (≥95%)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Degrading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Failed (~0%)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444"/>
                          </a:solidFill>
                        </a:rPr>
                        <a:t>CRC-16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&lt; 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~2.2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&gt; 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444"/>
                          </a:solidFill>
                        </a:rPr>
                        <a:t>CRC-32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&lt; ~4.0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~4.0–4.5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&gt; 4.5 (not yet characterised)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45643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CRC-32 tolerates higher flips/node due to
a stronger hash (1/4B false-positive rate vs 1/65K for CRC-16).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44"/>
                </a:solidFill>
              </a:rPr>
              <a:t>Evidence across experiments: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4462272"/>
          <a:ext cx="51206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Hash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Flips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Flips/node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CRC-32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CRC-32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4096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4.16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CRC-16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CRC-16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2048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2.22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CRC-16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CRC-32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4096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3.19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035040" y="1143000"/>
            <a:ext cx="5852160" cy="3657600"/>
          </a:xfrm>
          <a:prstGeom prst="rect">
            <a:avLst/>
          </a:prstGeom>
          <a:solidFill>
            <a:srgbClr val="EAF4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143000"/>
            <a:ext cx="5852160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19786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this variable?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18488"/>
            <a:ext cx="562356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√L = number of row-groups → flips ÷ √L = average load per solver node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Collapses Fig 1, Fig 2, Fig 3, and Fig 6 onto a single predictive axis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Design rule: keep flips/node &lt; 1.6 for reliable operation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Threshold values are empirical — out-of-sample validation (L=768, 3072) is proposed next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Safety: Silent Data Corruption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EE"/>
                </a:solidFill>
              </a:rPr>
              <a:t>When does the solver return wrong bits without detecting failure?  50 keys/cell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97280"/>
            <a:ext cx="6858000" cy="53035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34440"/>
          <a:ext cx="44805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/>
                <a:gridCol w="1493520"/>
                <a:gridCol w="14935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SDC rate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444"/>
                          </a:solidFill>
                        </a:rPr>
                        <a:t>CRC-8,  gs=1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78.6%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⚠  Unsafe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444"/>
                          </a:solidFill>
                        </a:rPr>
                        <a:t>CRC-16, gs=1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14.2%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⚠  Risky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444"/>
                          </a:solidFill>
                        </a:rPr>
                        <a:t>CRC-16, gs=2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~0%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✓  Safe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444"/>
                          </a:solidFill>
                        </a:rPr>
                        <a:t>CRC-32, gs=1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</a:rPr>
                        <a:t>✓  Safe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4015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B4C"/>
                </a:solidFill>
              </a:rPr>
              <a:t>CRC-32: zero silent errors across all tested configurations.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13632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SDC: solver returns a wrong bitstring that satisfies all hash checks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CRC-8 'solves fast' because it accepts false positives — it's not efficient, it's wrong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CRC-32 false-positive rate: 1 in 4 billion — zero SDC observed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▸  CRC width selection is a safety boundary, not a performance knob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6492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/>
                <a:gridCol w="2164080"/>
                <a:gridCol w="21640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0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Our scheme (CRC-32)</a:t>
                      </a:r>
                    </a:p>
                  </a:txBody>
                  <a:tcPr>
                    <a:solidFill>
                      <a:srgbClr val="10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BCH (256-bit blocks)</a:t>
                      </a:r>
                    </a:p>
                  </a:txBody>
                  <a:tcPr>
                    <a:solidFill>
                      <a:srgbClr val="101E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Overhead at 5% 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45.7%  ← BCH wins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Burst tolerance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200+ bits 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13 bits  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Correction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Probabilistic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Deterministic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SDC risk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0% 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0% 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Decode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CRC checks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GF field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Overhead scaling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O(1/√L) 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</a:rPr>
                        <a:t>Flat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86600" y="10972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Key results: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5087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CCDDEE"/>
                </a:solidFill>
              </a:rPr>
              <a:t>▸  BCH fails on bursts &gt; t bits — demonstrated empirically (slide 3)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DDEE"/>
                </a:solidFill>
              </a:rPr>
              <a:t>▸  Our Feistel permutation converts bursts to uniform errors — burst and random curves overlap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DDEE"/>
                </a:solidFill>
              </a:rPr>
              <a:t>▸  CRC-32: 100% success through 6.5% BER, zero SDC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DDEE"/>
                </a:solidFill>
              </a:rPr>
              <a:t>▸  Flips/node &lt; 1.6 is the design rule for reliable operation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DDEE"/>
                </a:solidFill>
              </a:rPr>
              <a:t>▸  BCH wins on overhead for random errors — our advantage is burst channels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754880"/>
            <a:ext cx="11521440" cy="1920240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C1"/>
                </a:solidFill>
              </a:rPr>
              <a:t>The case for this scheme: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230368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For any channel where errors cluster (flash retention, DRAM row-hammer, fiber interference), BCH's small per-block t budget is exceeded by real bursts. Our Feistel permutation neutralises this structurally — no interleaving layer required, no burst-length assumption, at a decode cost 10–30× lower than BCH. The overhead premium (~2× at 5% BER) is the price of that robustness.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