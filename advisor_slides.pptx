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burst immunity — that is the primary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need — existing ECC is designed for one model. BCH assumes BSC (random). RS is symbol-based (burst). Neither is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Key: BCH's independence assumption is violated by burst. Each block decodes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cliff at t=13 is sharp — this is a hard mathematical boundary, not gradual degradation.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Feistel permutation is the mechanism. Without it, burst errors cluster in one row/column and overwhelm that 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central empirical result. The overlap is exact — not approximate.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 is symbol-based: cheap for burst (contiguous bits hit few symbols) but expensive for random (39% symbol error rate at 6% 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BCH is flat because it tiles at the natural 256-bit codeword. RS starts high because small data underfills the larger 2040-bit natural codeword.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three operating points. The 32-bit config is the comparison point for RS and BCH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BCH and RS each solve half the problem. We solve both halves with one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Backup slides available if asked about false-positive probability, solver complexity, or multi-burst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377440"/>
          </a:xfrm>
          <a:prstGeom prst="rect">
            <a:avLst/>
          </a:prstGeom>
          <a:solidFill>
            <a:srgbClr val="10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Approximate ECC via
Feistel-Permuted CRC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CCEE"/>
                </a:solidFill>
              </a:rPr>
              <a:t>Burst resilience and overhead scaling for AI accelerator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657600"/>
            <a:ext cx="2130552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</a:rPr>
              <a:t>Research Presentation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Motivation: Two Kinds of DRAM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AI accelerators store model weights in HBM/DRAM — soft errors corrupt inference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Modern AI accelerators (A100, H100, TPU) keep billions of weight parameters in DRAM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Soft errors occur at rates of 10⁻⁶–10⁻³ per bit per hour — high enough to matter at scale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Two physically distinct failure modes require different protection: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52120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3291840"/>
            <a:ext cx="521208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4670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Random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Cosmic rays / alpha particles
Isolated, uniformly scattered 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0 1 0 1 1 0 0 1 0 0 1 0
0 0 1 0 0 1 0 0 0 1 0 0
1 0 0 0 1 0 0 1 0 0 0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291840"/>
            <a:ext cx="52120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3291840"/>
            <a:ext cx="52120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34670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Burst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794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Row-hammer / retention failures
Contiguous run of corrupted bits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52628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0 1 0 1 1 0 0 1 0 0 1 0
0 0 ■ ■ ■ ■ ■ ■ 0 1 0 0
1 0 0 0 1 0 0 1 0 0 0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309360"/>
            <a:ext cx="11430000" cy="4114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3367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5A00"/>
                </a:solidFill>
              </a:rPr>
              <a:t>No single existing code handles both cheaply — you must choose one or deploy two separate systems.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BCH Fails on Burst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BCH is designed for the Binary Symmetric Channel — independent random errors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498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992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992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0487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487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9981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981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9476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970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970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464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464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7959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959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959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453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442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6442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6442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5936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5936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5431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431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4925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4925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4925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4420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4420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" y="160020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4096-bit data block  (16 × 256-bit BCH sub-blocks, each correcting t = 19 random bits)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04872" y="1417320"/>
            <a:ext cx="2157984" cy="365760"/>
          </a:xfrm>
          <a:prstGeom prst="rect">
            <a:avLst/>
          </a:prstGeom>
          <a:solidFill>
            <a:srgbClr val="FFCCCC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04872" y="1408176"/>
            <a:ext cx="2157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</a:rPr>
              <a:t>20-bit burst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56432" y="1792224"/>
            <a:ext cx="54864" cy="12801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404872" y="1920240"/>
            <a:ext cx="1024128" cy="822960"/>
          </a:xfrm>
          <a:prstGeom prst="rect">
            <a:avLst/>
          </a:prstGeom>
          <a:solidFill>
            <a:srgbClr val="FFE5E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23160" y="1965960"/>
            <a:ext cx="987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</a:rPr>
              <a:t>✗ FAIL
&gt;19 bits
in block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2926080"/>
            <a:ext cx="11521440" cy="5486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310896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A 20-bit burst hits B3–B4, putting 20 errors into block B3 alone  (t = 19 → uncorrectable)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BCH has no way to redistribute the burst — each block decodes independently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BCH corrects t random bits per block; burst errors concentrate in one block and exceed t immediately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Interleaving can help — but requires reordering all data before write and after read (latency cost)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BCH Burst Failure — Empirical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BCH(256-bit blocks, t=13) vs our scheme — success rate vs contiguous burst length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11795760" cy="5303520"/>
          </a:xfrm>
          <a:prstGeom prst="rect">
            <a:avLst/>
          </a:prstGeom>
          <a:solidFill>
            <a:srgbClr val="F2F2F2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3474720"/>
            <a:ext cx="1179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</a:rPr>
              <a:t>[pending: fig_bch_burst.png]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BCH collapses the moment burst length exceeds t per block. Our scheme stays at 100% success across all burst lengths tested.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Approach: Feistel-Permuted CRC Hash 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A single scheme that handles both error types via uniform bit redistribution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95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①  Feistel Permutation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Map source bits onto an N×N grid
via a keyed Feistel shuffle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194560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359152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59152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3957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②  CRC Hash Nodes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7063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Compute CRC-8/16/32 over each
row and column group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3410712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575304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575304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118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③  Hash DAG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986784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Build constraint graph: edges
between overlapping nodes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626864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91456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791456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48280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④  DAG-Guided Solver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02936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Enumerate flip combinations
until all hashes agree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143000"/>
            <a:ext cx="5440680" cy="5349240"/>
          </a:xfrm>
          <a:prstGeom prst="rect">
            <a:avLst/>
          </a:prstGeom>
          <a:solidFill>
            <a:srgbClr val="F0FFF0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143000"/>
            <a:ext cx="5440680" cy="43891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1795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Key Insight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1691640"/>
            <a:ext cx="5074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The Feistel permutation scatters contiguous burst bits uniformly across the 2D grid.
From the solver's perspective, burst errors are indistinguishable from random errors.
This means one scheme — one overhead budget — corrects both error patterns.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120640"/>
            <a:ext cx="5440680" cy="1371600"/>
          </a:xfrm>
          <a:prstGeom prst="rect">
            <a:avLst/>
          </a:prstGeom>
          <a:solidFill>
            <a:srgbClr val="E8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1663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E4A"/>
                </a:solidFill>
              </a:rPr>
              <a:t>Overhead = 2 × HASH_BITS / √L
BER-independent — set once at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Empirical Proof: Burst Errors = Random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4096-bit block, CRC-32, 100% overhead — success rate and solver effort vs injected flip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burst_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Both curves overlap exactly across all flip counts. The Feistel permutation eliminates any distinction between burst and random for our solver.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Reed-Solomon Comparison: Burst vs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RS over GF(2⁸), 255-byte codewords — empirical success rate at two overhead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s_empi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RS at 38% overhead handles burst but collapses on random. At 125% overhead RS handles both — but costs more than our 100% overhead scheme.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Overhead vs Block Size — All Schemes, All BER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Left: RS vs Ours  ·  Right: BCH vs Ours  ·  Each BER level shown (lighter = lower BER)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overhead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Our O(1/√L) overhead beats RS (for equal correction) above ~7K bits, and BCH above ~15K bits. Crossover shifts left at higher 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Correction Capability vs Flip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4096-bit block — success rate, solve time, and hash checks for CRC-8/16/32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CRC-32 (100% overhead) corrects 200+ bit flips at 100% success. CRC-16 (50%) handles ~100 flips. CRC-8 (25%) handles ~60 flips.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Single scheme that handles both error types with sub-linear overhead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Scheme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Burst errors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Random errors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Overhead at 6% BER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Scales O(1/√L)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BCH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 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53% overhead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53%  (flat)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38% overhead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125% overhead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38–125%  (flat)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444444"/>
                          </a:solidFill>
                        </a:rPr>
                        <a:t>Ours ✦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  100% overhead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  100% overhead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100% → shrinks with L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4048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BCH is cheaper for random at small blocks — but completely blind to burst errors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RS handles burst cheaply — but random errors cost 3× more due to symbol granularity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Our scheme pays the same overhead for both, and that overhead shrinks as L grows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Above ~7K bits: our scheme is cheaper than RS for equal correction.  Above ~15K bits: cheaper than BCH.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88952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612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Feistel equalization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1848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The Feistel permutation distributes burst bits uniformly — empirically confirmed. Burst and random errors are identical for our solver.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443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O(1/√L) overhead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Overhead formula: 2·HASH_BITS / √L. BER-independent. Beats RS above ~7K bits, BCH above ~15K bits — and keeps shrinking.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1772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61772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Single unified scheme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One deployment replaces two separate ECC systems. No interleaving, no field switching, no mode selection.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88888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